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38:39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112 992 24575,'3'-1'0,"0"1"0,0-1 0,0 0 0,1 0 0,-1 0 0,0 0 0,4-4 0,22-5 0,-27 9 0,0 1 0,-1 0 0,1 0 0,-1 0 0,1 0 0,-1 0 0,1 0 0,-1 1 0,1-1 0,-1 1 0,1-1 0,-1 1 0,1-1 0,-1 1 0,1 0 0,-1-1 0,0 1 0,1 0 0,-1 0 0,0 0 0,0 0 0,2 2 0,-1 0 0,-1-1 0,0 1 0,0-1 0,0 1 0,0-1 0,0 1 0,-1 0 0,1-1 0,-1 1 0,0 0 0,1-1 0,-1 4 0,-1 6 0,-1 0 0,1 0 0,-2 0 0,-5 19 0,-32 99 0,-58 156 0,94-277 0,-15 43 0,18-49 0,0-1 0,1 1 0,-1-1 0,1 1 0,0 0 0,0-1 0,0 1 0,0-1 0,0 1 0,0 0 0,1-1 0,-1 1 0,1-1 0,0 1 0,0 0 0,0-1 0,1 3 0,-2-5 0,0 1 0,1-1 0,-1 0 0,0 1 0,0-1 0,1 0 0,-1 0 0,0 1 0,0-1 0,1 0 0,-1 0 0,0 1 0,1-1 0,-1 0 0,0 0 0,1 0 0,-1 0 0,0 0 0,1 1 0,-1-1 0,1 0 0,-1 0 0,0 0 0,1 0 0,-1 0 0,1 0 0,-1 0 0,0 0 0,1 0 0,-1-1 0,0 1 0,1 0 0,12-11 0,10-26 0,-18 29 0,26-50 0,26-66 0,-35 72 0,2 2 0,38-62 0,-48 88 0,-8 13 0,1 0 0,0 0 0,10-11 0,-16 21 0,0-1 0,1 1 0,-1-1 0,1 1 0,-1-1 0,1 1 0,0 0 0,0-1 0,-1 1 0,1 0 0,0 0 0,0 1 0,0-1 0,0 0 0,0 1 0,0-1 0,0 1 0,0 0 0,0-1 0,1 1 0,-1 0 0,0 0 0,0 0 0,4 1 0,-4 0 0,0 0 0,0 1 0,0-1 0,-1 0 0,1 1 0,0-1 0,0 1 0,-1-1 0,1 1 0,-1 0 0,0-1 0,1 1 0,-1 0 0,0 0 0,0 0 0,0 0 0,0 0 0,0 1 0,-1-1 0,1 0 0,-1 0 0,1 0 0,-1 3 0,2 10 0,-1-1 0,0 22 0,-1-24 0,-2 44 0,-12 73 0,-1 18 0,12-113 0,-12 62 0,38-160 0,144-396 0,-164 454 0,10-29 0,1 1 0,2 1 0,39-60 0,-53 90 0,0 1 0,0 0 0,0 0 0,0 0 0,0 0 0,0 0 0,1 0 0,-1 0 0,1 0 0,-1 1 0,1 0 0,4-2 0,-6 2 0,0 1 0,0 0 0,0 0 0,0 0 0,0 1 0,0-1 0,1 0 0,-1 0 0,0 0 0,-1 1 0,1-1 0,0 1 0,0-1 0,0 1 0,0-1 0,0 1 0,0-1 0,0 1 0,-1 0 0,1-1 0,0 1 0,0 0 0,-1 0 0,1 0 0,-1-1 0,1 1 0,-1 0 0,1 0 0,-1 0 0,1 0 0,-1 0 0,0 0 0,1 0 0,-1 0 0,0 0 0,0 0 0,0 0 0,0 1 0,5 27 0,-2 0 0,-1 0 0,-3 54 0,-1-32 0,-2 512 0,4-551 0,0-8 0,-1 0 0,1 1 0,0-1 0,0 0 0,0 0 0,1 1 0,-1-1 0,1 0 0,0 0 0,1 0 0,-1 0 0,0 0 0,5 7 0,-6-11 0,1 0 0,-1 0 0,1 0 0,-1 0 0,1 0 0,-1 0 0,1 0 0,-1 0 0,1 0 0,-1 0 0,1 0 0,-1 0 0,1 0 0,-1 0 0,1 0 0,-1 0 0,1-1 0,-1 1 0,1 0 0,-1 0 0,0-1 0,1 1 0,-1 0 0,1-1 0,-1 1 0,0 0 0,1-1 0,-1 1 0,0 0 0,1-1 0,-1 1 0,0-1 0,0 1 0,1-1 0,-1 1 0,0-1 0,0 0 0,10-18 0,-3-5 0,-1-1 0,-2 1 0,0-1 0,-1 0 0,-2 0 0,-1 0 0,-4-41 0,2 44 0,-1-1 0,-1 1 0,-1 1 0,-13-37 0,17 57 0,1-1 0,-1 0 0,0 0 0,0 0 0,0 1 0,0-1 0,0 0 0,0 1 0,-1-1 0,1 1 0,0-1 0,-1 1 0,1 0 0,-1 0 0,0-1 0,1 1 0,-1 0 0,0 1 0,0-1 0,1 0 0,-1 0 0,0 1 0,0-1 0,-3 0 0,3 1 0,0 1 0,1-1 0,-1 1 0,0-1 0,1 1 0,-1 0 0,0-1 0,1 1 0,-1 0 0,1 0 0,-1 0 0,1 0 0,0 0 0,-1 0 0,1 1 0,0-1 0,0 0 0,0 1 0,0-1 0,0 1 0,0-1 0,0 1 0,1-1 0,-1 1 0,0 0 0,1-1 0,-1 1 0,1 2 0,-6 26 0,1 0 0,2 1 0,1-1 0,1 1 0,6 49 0,-2 1 0,-4-68 0,1 18 0,2-28 0,3-17 0,31-114 0,486-1342-1811,-507 1433 1799,-10 22 12,1 1 0,0 0 0,1 0 0,16-21 0,-23 34 0,0 1 0,0 0 0,0 0 0,0-1 0,0 1 0,0 0 0,0 0 0,0-1 0,0 1 0,0 0 0,1 0 0,-1 0 0,0-1 0,0 1 0,0 0 0,0 0 0,1 0 0,-1 0 0,0-1 0,0 1 0,0 0 0,1 0 0,-1 0 0,0 0 0,0 0 0,1 0 0,-1 0 0,0-1 0,0 1 0,1 0 0,-1 0 0,0 0 0,0 0 0,1 0 0,-1 0 0,0 0 0,0 0 0,1 0 0,-1 0 0,0 1 0,0-1 0,1 0 0,-1 0 0,0 0 0,0 0 0,0 0 0,1 0 0,-1 0 0,0 1 0,0-1 0,0 0 0,1 0 0,-1 0 0,0 1 0,0-1 0,0 0 0,0 0 0,1 0 0,-1 1 0,0-1 0,0 0 0,0 0 0,0 1 0,0-1 0,0 0 0,0 0 0,0 1 0,0-1 0,0 0 0,2 20 0,-2-19 0,-2 40 203,-1 0 0,-14 68 0,-31 83 776,19-82-744,-89 423-235,28-119 0,81-362 0,8-39 0,-1 1 0,-1-1 0,1 0 0,-2-1 0,0 1 0,-1-1 0,0 1 0,-8 13 0,12-25 0,0 0 0,1 0 0,-1 0 0,0 0 0,0-1 0,0 1 0,0 0 0,0 0 0,0-1 0,0 1 0,0 0 0,0-1 0,0 1 0,0-1 0,0 1 0,0-1 0,-1 0 0,1 1 0,0-1 0,0 0 0,-1 0 0,1 0 0,0 0 0,0 0 0,0 0 0,-1 0 0,1-1 0,0 1 0,0 0 0,0-1 0,-1 1 0,1 0 0,0-1 0,0 0 0,0 1 0,0-1 0,0 0 0,0 1 0,0-1 0,0 0 0,0 0 0,0-1 0,-7-5 0,1-1 0,0 0 0,1 0 0,-6-10 0,8 13 0,-26-46 0,2-1 0,-36-95 0,0 0 0,64 147 0,0-1 0,0 1 0,0 0 0,0-1 0,0 1 0,0 0 0,0 0 0,0-1 0,0 1 0,0 0 0,0-1 0,0 1 0,-1 0 0,1 0 0,0-1 0,0 1 0,0 0 0,0 0 0,-1-1 0,1 1 0,0 0 0,0 0 0,-1 0 0,1-1 0,0 1 0,0 0 0,-1 0 0,1 0 0,0 0 0,0 0 0,-1 0 0,1 0 0,0-1 0,-1 1 0,1 0 0,0 0 0,0 0 0,-1 0 0,1 0 0,0 0 0,-1 1 0,-3 13 0,3 31 0,1-42 0,5 522 0,-5-522 0,0 6 0,0 0 0,1 0 0,0 1 0,2 11 0,3-13 0,-1-17 0,1-19 0,1-319 0,-8 258 0,0 123 0,-2 0 0,-1 0 0,-16 60 0,-41 97 0,29-97 0,26-77 0,0 0 0,-2-1 0,0 1 0,0-1 0,-1-1 0,-20 26 0,26-37 0,0 0 0,-1-1 0,1 1 0,-1 0 0,0-1 0,0 0 0,0 0 0,0 0 0,-1-1 0,1 1 0,-1-1 0,1 0 0,-1 0 0,0-1 0,0 1 0,0-1 0,0 0 0,0 0 0,0-1 0,0 0 0,0 1 0,0-2 0,0 1 0,0-1 0,0 1 0,0-1 0,0-1 0,-7-2 0,8 2 0,-1 0 0,1-1 0,0 0 0,0 0 0,0 0 0,1-1 0,-1 1 0,1-1 0,-1 0 0,1 0 0,1 0 0,-1 0 0,0 0 0,1-1 0,0 1 0,-2-8 0,-3-5 0,2-1 0,-6-36 0,-26-284 0,36 335 0,1 10 0,0 21 0,0-6 0,1-39 0,-3-3 0,0 0 0,-2 0 0,0 0 0,-1 1 0,-8-22 0,-6-20 0,39 160 0,9 128 0,-31-468 0,4 109 0,-3 53 0,-1 25 0,2-1 0,3 1 0,2 0 0,13-59 0,-18 112 0,0-1 0,0 0 0,1 1 0,-1-1 0,1 0 0,0 1 0,-1-1 0,1 1 0,0-1 0,0 1 0,0 0 0,0-1 0,0 1 0,0 0 0,2-2 0,-3 3 0,1 0 0,-1 0 0,1 0 0,-1 0 0,1-1 0,0 1 0,-1 1 0,1-1 0,-1 0 0,1 0 0,-1 0 0,1 0 0,-1 0 0,1 0 0,-1 0 0,1 1 0,-1-1 0,1 0 0,-1 1 0,1-1 0,-1 0 0,1 1 0,-1-1 0,1 0 0,-1 1 0,0-1 0,1 1 0,-1-1 0,1 1 0,4 8 0,1-1 0,-1 1 0,7 19 0,-4-11 0,25 44 0,3-3 0,47 59 0,-51-74 0,52 74 0,-82-114 0,1 1 0,-1-1 0,1 1 0,0-1 0,0 0 0,0 0 0,0 0 0,1-1 0,-1 1 0,1-1 0,-1 0 0,7 3 0,-9-4 0,1-1 0,-1 0 0,1 1 0,-1-1 0,0 0 0,1 0 0,-1 0 0,1 0 0,-1 0 0,0 0 0,1 0 0,-1-1 0,0 1 0,1 0 0,-1-1 0,0 1 0,1-1 0,-1 1 0,0-1 0,0 0 0,1 0 0,-1 1 0,0-1 0,0 0 0,0 0 0,0 0 0,0 0 0,0 0 0,0 0 0,-1-1 0,1 1 0,0 0 0,-1 0 0,1 0 0,0-1 0,-1 1 0,0 0 0,1-1 0,-1 1 0,1-3 0,2-10 0,-1 0 0,0 0 0,-1 0 0,0-22 0,-2 26 0,1-1 0,0 1 0,1-1 0,0 1 0,1-1 0,0 1 0,0 0 0,1 0 0,9-19 0,-11 27 0,-1 0 0,1 0 0,0 0 0,1 1 0,-1-1 0,0 1 0,0-1 0,1 1 0,-1-1 0,1 1 0,-1 0 0,1-1 0,0 1 0,-1 0 0,1 0 0,0 0 0,0 0 0,0 1 0,0-1 0,0 1 0,0-1 0,0 1 0,0-1 0,0 1 0,0 0 0,0 0 0,0 0 0,3 1 0,-3-1 0,1 1 0,-1 1 0,0-1 0,0 0 0,0 0 0,0 1 0,0-1 0,0 1 0,0 0 0,-1-1 0,1 1 0,-1 0 0,1 0 0,-1 0 0,0 0 0,1 0 0,-1 0 0,0 1 0,0-1 0,-1 0 0,1 1 0,0-1 0,0 4 0,2 10 0,-1 1 0,0-1 0,-1 1 0,-1 0 0,0-1 0,-2 1 0,1-1 0,-6 20 0,7-35 0,0 0 0,0-1 0,0 1 0,0-1 0,-1 1 0,1 0 0,0-1 0,0 1 0,0-1 0,-1 1 0,1 0 0,0-1 0,-1 1 0,1-1 0,0 1 0,-1-1 0,1 1 0,-1-1 0,1 1 0,-1-1 0,1 0 0,-1 1 0,1-1 0,-1 0 0,1 1 0,-1-1 0,0 0 0,-7-13 0,2-30 0,4 22 0,-1-48 0,3 63 0,1 1 0,-1-1 0,1 1 0,0-1 0,0 1 0,0 0 0,1-1 0,0 1 0,3-7 0,-5 12 0,1 0 0,-1 0 0,0-1 0,0 1 0,0 0 0,0 0 0,0 0 0,0 0 0,0-1 0,0 1 0,0 0 0,0 0 0,1 0 0,-1 0 0,0 0 0,0 0 0,0-1 0,0 1 0,0 0 0,1 0 0,-1 0 0,0 0 0,0 0 0,0 0 0,0 0 0,1 0 0,-1 0 0,0 0 0,0 0 0,0 0 0,0 0 0,1 0 0,-1 0 0,0 0 0,0 0 0,0 0 0,0 0 0,1 0 0,-1 0 0,0 0 0,0 0 0,0 0 0,1 0 0,3 9 0,0 14 0,10 79 0,5 70 0,-22-179 0,0 0 0,0 0 0,-1 0 0,-4-8 0,6 13 0,1 0 0,-1 1 0,1-1 0,-1 0 0,1 1 0,-1-1 0,0 0 0,0 1 0,0 0 0,0 0 0,-3-2 0,4 3 0,0-1 0,0 1 0,0 0 0,-1 0 0,1 0 0,0 0 0,0 0 0,0 0 0,0 0 0,-1 0 0,1 0 0,0 0 0,0 1 0,0-1 0,0 1 0,0-1 0,-1 1 0,1-1 0,0 1 0,0-1 0,0 1 0,1 0 0,-1 0 0,0-1 0,-1 2 0,-9 11 0,1 0 0,1 1 0,0 0 0,0 0 0,2 1 0,0 0 0,-7 21 0,-16 33 0,22-55 0,1 1 0,-1 0 0,0-1 0,-1 0 0,-1 0 0,-15 16 0,22-27 0,-1 0 0,1 0 0,-1 0 0,0 0 0,0-1 0,-1 1 0,1-1 0,0 0 0,-1 0 0,1-1 0,-1 0 0,1 1 0,-1-2 0,0 1 0,1 0 0,-1-1 0,0 0 0,0 0 0,0 0 0,1-1 0,-1 1 0,0-1 0,-6-3 0,4 2 0,1-1 0,0 0 0,0 0 0,1-1 0,-1 0 0,1 0 0,0 0 0,-1 0 0,2-1 0,-1 0 0,1 0 0,-1 0 0,2-1 0,-7-9 0,-1-4 0,1-1 0,1 0 0,-9-28 0,6 7 0,-14-79 0,23 100 0,1 0 0,1-1 0,0 1 0,2-1 0,0 1 0,5-22 0,3 20 0,-9 22 0,0-1 0,1 1 0,-1 0 0,0 0 0,0 0 0,0 0 0,1 0 0,-1 0 0,0 0 0,0 0 0,1 0 0,-1 0 0,0 0 0,0 0 0,1 0 0,-1 1 0,0-1 0,0 0 0,1 0 0,-1 0 0,0 0 0,0 0 0,0 0 0,1 1 0,-1-1 0,0 0 0,0 0 0,0 0 0,0 0 0,0 1 0,1-1 0,-1 0 0,0 0 0,0 1 0,0-1 0,0 0 0,0 0 0,0 0 0,0 1 0,0-1 0,0 0 0,0 0 0,0 1 0,3 6 0,-2-1 0,1 1 0,-1 0 0,1 10 0,-2 318 0,-2-324 0,1 1 0,-2-1 0,1 0 0,-7 14 0,8-21 0,0 0 0,-1 0 0,0 0 0,0-1 0,0 1 0,0-1 0,0 1 0,-1-1 0,1 0 0,-1 0 0,0 0 0,0 0 0,0-1 0,0 1 0,-4 1 0,6-3 0,1-1 0,-1 0 0,0 0 0,0 0 0,1 0 0,-1 0 0,0 0 0,1-1 0,-1 1 0,0 0 0,0 0 0,1 0 0,-1-1 0,0 1 0,1 0 0,-1-1 0,0 1 0,1 0 0,-1-1 0,1 1 0,-1-1 0,1 1 0,-1-1 0,1 1 0,-1-1 0,1 0 0,-1 1 0,1-1 0,0 1 0,-1-1 0,1 0 0,0 1 0,0-1 0,-1 0 0,1 1 0,0-2 0,-9-32 0,8 29 0,-36-193 0,-13-54 0,28 155 0,21 202 0,2 401 0,15-553 0,10-66 0,19-181 0,-46 335 0,1-1 0,-2 0 0,-2 1 0,-14 63 0,11-78 0,-2 5 0,-4 34 0,11-56 0,1-1 0,1 1 0,-1-1 0,1 1 0,1-1 0,0 0 0,0 1 0,1-1 0,2 10 0,-3-16 0,0 0 0,0 1 0,0-1 0,0 0 0,0 0 0,1 0 0,-1 0 0,1-1 0,-1 1 0,1 0 0,0-1 0,-1 1 0,1-1 0,0 1 0,0-1 0,0 0 0,0 0 0,0 0 0,3 1 0,0-1 0,0 1 0,-1-2 0,1 1 0,-1-1 0,1 1 0,0-1 0,0-1 0,-1 1 0,7-2 0,2 0 0,-1-2 0,1 0 0,-1 0 0,1-1 0,-1-1 0,13-7 0,26-20 0,-1-2 0,-2-2 0,50-50 0,-67 55 0,-2-1 0,-1-1 0,-1-2 0,-3 0 0,23-43 0,-37 59 0,2 0 0,16-22 0,-25 39 0,-1-1 0,1 0 0,1 1 0,-1-1 0,0 1 0,1 0 0,-1 0 0,1 0 0,0 1 0,0-1 0,0 1 0,1 0 0,-1 0 0,0 0 0,1 1 0,-1 0 0,9-2 0,-12 3 0,1 0 0,-1 1 0,1-1 0,0 0 0,-1 1 0,1-1 0,-1 1 0,1 0 0,-1-1 0,0 1 0,1 0 0,-1 0 0,0 0 0,1 0 0,-1 0 0,0 0 0,0 0 0,0 1 0,0-1 0,0 0 0,0 1 0,0-1 0,-1 0 0,1 1 0,0-1 0,-1 1 0,1-1 0,-1 1 0,1-1 0,-1 4 0,2 6 0,0-1 0,-1 1 0,-1 15 0,0-21 0,0 10 0,0 1 0,-2 0 0,0-1 0,0 1 0,-2-1 0,0 0 0,0 0 0,-2 0 0,1 0 0,-10 14 0,14-27 0,0 1 0,0-1 0,-1 0 0,1 0 0,-1 0 0,1-1 0,-1 1 0,0 0 0,0 0 0,1-1 0,-1 1 0,0-1 0,0 0 0,-1 1 0,1-1 0,-2 1 0,2-2 0,0 0 0,1 0 0,-1 0 0,1 0 0,-1 0 0,1 0 0,-1 0 0,1 0 0,-1-1 0,1 1 0,-1 0 0,1-1 0,-1 1 0,1-1 0,0 0 0,-1 0 0,1 1 0,0-1 0,-1 0 0,1 0 0,0 0 0,0 0 0,0-1 0,0 1 0,0 0 0,0 0 0,-1-2 0,-7-12 0,0 0 0,0-1 0,2 0 0,-9-24 0,-17-71 0,32 107 0,-3-11 0,-14-48 0,3 0 0,-11-103 0,49 221 0,1 36 0,-21-73 0,0 0 0,2 0 0,0-1 0,1 0 0,1 0 0,16 30 0,-22-46 0,-1 0 0,1 0 0,0 0 0,-1 0 0,1 0 0,0 0 0,0 0 0,0 0 0,0 0 0,0 0 0,0 0 0,0 0 0,0-1 0,0 1 0,0 0 0,0-1 0,0 1 0,0-1 0,1 0 0,-1 1 0,0-1 0,0 0 0,1 1 0,-1-1 0,0 0 0,2 0 0,-1-1 0,-1 0 0,1 0 0,-1 0 0,0 0 0,1 0 0,-1 0 0,0 0 0,0 0 0,1 0 0,-1-1 0,0 1 0,0 0 0,0-1 0,-1 1 0,1-1 0,1-2 0,2-7 0,0 0 0,0 0 0,-1-1 0,1-14 0,0-5 0,0-38 0,-4 60 0,0 0 0,0 1 0,-1-1 0,-1 1 0,1-1 0,-2 1 0,1 0 0,-1-1 0,-5-10 0,8 20 0,0-1 0,0 0 0,0 0 0,0 0 0,0 1 0,0-1 0,0 0 0,0 0 0,0 0 0,0 1 0,0-1 0,0 0 0,0 0 0,0 0 0,0 1 0,0-1 0,0 0 0,0 0 0,0 0 0,0 1 0,-1-1 0,1 0 0,0 0 0,0 0 0,0 0 0,0 1 0,0-1 0,-1 0 0,1 0 0,0 0 0,0 0 0,0 0 0,0 0 0,-1 0 0,1 0 0,0 1 0,0-1 0,0 0 0,-1 0 0,1 0 0,0 0 0,0 0 0,-1 0 0,1 0 0,0 0 0,0 0 0,0 0 0,-1 0 0,1 0 0,0-1 0,0 1 0,0 0 0,-1 0 0,1 0 0,0 0 0,0 0 0,0 0 0,0 0 0,-1 0 0,1-1 0,0 1 0,0 0 0,0 0 0,0 0 0,0 0 0,-1-1 0,-2 19 0,3 168 0,-1 2 0,-5-168 0,6-20 0,-1 0 0,1 0 0,0 1 0,0-1 0,-1 0 0,1 0 0,0 0 0,0 0 0,-1 0 0,1 0 0,0 0 0,0 0 0,-1 0 0,1 0 0,0 0 0,0 0 0,-1 0 0,1 0 0,0 0 0,-1 0 0,1 0 0,0 0 0,0 0 0,-1 0 0,1-1 0,0 1 0,0 0 0,0 0 0,-1 0 0,1 0 0,0-1 0,0 1 0,0 0 0,-1 0 0,1 0 0,0-1 0,0 1 0,-3-4 0,1 1 0,0-1 0,0 0 0,0 0 0,0 0 0,1 0 0,-2-6 0,-7-39 0,3-1 0,1 0 0,3-80 0,9 234 0,30 152 0,10 108 0,-46-352 0,0-8 0,0-1 0,-1 1 0,1 0 0,1-1 0,-1 1 0,0-1 0,1 1 0,0 0 0,0-1 0,0 1 0,0-1 0,1 0 0,-1 1 0,3 3 0,-4-7 0,0 0 0,1 0 0,-1 0 0,0 0 0,0 0 0,1 0 0,-1 0 0,0 0 0,0 0 0,1-1 0,-1 1 0,0 0 0,0 0 0,1 0 0,-1 0 0,0 0 0,0 0 0,0 0 0,1-1 0,-1 1 0,0 0 0,0 0 0,0 0 0,1 0 0,-1-1 0,0 1 0,0 0 0,0 0 0,0 0 0,0-1 0,0 1 0,0 0 0,1 0 0,-1-1 0,0 1 0,0 0 0,0 0 0,0-1 0,0 1 0,0 0 0,0 0 0,0-1 0,3-12 0,1-40 0,-1 0 0,-3 0 0,-13-98 0,3 31 0,2-90 0,10 303 0,-4 175 0,1-261 0,0 0 0,-1 0 0,0 0 0,0-1 0,-1 1 0,0-1 0,0 1 0,0-1 0,-1 0 0,0 0 0,0-1 0,-1 1 0,1-1 0,-1 0 0,0 0 0,-1-1 0,1 1 0,-1-1 0,0 0 0,0-1 0,0 1 0,0-1 0,-1 0 0,-9 2 0,11-3 0,0 0 0,-1 0 0,1-1 0,0 0 0,-1 0 0,1 0 0,-1-1 0,1 0 0,-1 0 0,1 0 0,-1-1 0,1 0 0,-1 0 0,1 0 0,0-1 0,0 1 0,-1-1 0,1-1 0,0 1 0,1-1 0,-1 0 0,0 0 0,1 0 0,0 0 0,-1-1 0,1 0 0,1 0 0,-1 0 0,0 0 0,1 0 0,-4-8 0,-2-6 0,1-1 0,1-1 0,1 1 0,0-1 0,-4-35 0,-4-104 0,13 144 0,-3-369 0,4 381 0,8-65 0,-7 64 0,-1 1 0,1-1 0,0 1 0,1-1 0,-1 1 0,1-1 0,-1 1 0,1 0 0,0 0 0,0 0 0,0 0 0,1 0 0,-1 0 0,1 1 0,3-4 0,-5 6 0,0-1 0,-1 1 0,1-1 0,0 1 0,0-1 0,-1 1 0,1 0 0,0-1 0,0 1 0,0 0 0,0 0 0,0-1 0,0 1 0,-1 0 0,1 0 0,0 0 0,0 0 0,0 0 0,0 1 0,0-1 0,0 0 0,0 0 0,0 0 0,-1 1 0,1-1 0,1 1 0,0 0 0,-1 1 0,0-1 0,1 0 0,-1 1 0,0-1 0,0 1 0,0-1 0,0 1 0,0 0 0,-1-1 0,1 1 0,0 2 0,2 5 0,-1 1 0,0 0 0,1 17 0,-2-4 0,-1 0 0,-1 0 0,-1 0 0,-1 0 0,-1 0 0,-1 0 0,-2-1 0,0 0 0,-1 0 0,0-1 0,-16 26 0,18-36 0,-2 1 0,1-1 0,-1 0 0,-1-1 0,0 0 0,-1 0 0,1-1 0,-2 0 0,1 0 0,-1-1 0,-1-1 0,1 0 0,-1-1 0,-1 0 0,1-1 0,-1 0 0,0-1 0,0 0 0,0-1 0,-20 2 0,8-2 0,0-2 0,0 0 0,0-2 0,0-1 0,-43-8 0,62 9 0,0-1 0,0 0 0,0 0 0,0 0 0,1-1 0,-1 1 0,1-1 0,0-1 0,-1 1 0,1-1 0,1 0 0,-1 0 0,1 0 0,-1-1 0,1 0 0,0 1 0,1-1 0,-1-1 0,1 1 0,0 0 0,1-1 0,-1 0 0,1 0 0,0 1 0,0-1 0,1 0 0,0-1 0,-1-10 0,2 12 0,0 0 0,0 1 0,1-1 0,-1 0 0,1 1 0,0-1 0,0 1 0,1-1 0,0 1 0,-1 0 0,1-1 0,1 1 0,-1 0 0,1 0 0,-1 0 0,1 1 0,0-1 0,1 1 0,-1-1 0,0 1 0,1 0 0,0 1 0,7-6 0,-7 6 0,-1 1 0,1-1 0,-1 0 0,1 1 0,0 0 0,-1 0 0,1 0 0,0 1 0,0-1 0,0 1 0,-1 0 0,1 0 0,0 0 0,0 0 0,0 1 0,0-1 0,-1 1 0,1 0 0,0 0 0,-1 1 0,1-1 0,0 1 0,-1-1 0,0 1 0,1 0 0,-1 1 0,0-1 0,0 1 0,2 2 0,5 6 0,-1 0 0,-1 1 0,0-1 0,-1 2 0,0-1 0,-1 1 0,6 18 0,1 7 0,10 52 0,-18-70 0,-2 0 0,2 24 0,-5-39 0,1-1 0,-1 1 0,-1-1 0,1 1 0,-1-1 0,1 1 0,-1-1 0,0 1 0,-1-1 0,1 0 0,-1 1 0,0-1 0,0 0 0,0 0 0,-6 7 0,8-11 0,-1 1 0,1-1 0,-1 1 0,1-1 0,-1 1 0,1-1 0,-1 0 0,1 1 0,-1-1 0,0 0 0,1 1 0,-1-1 0,1 0 0,-1 0 0,0 0 0,1 0 0,-1 1 0,0-1 0,1 0 0,-1 0 0,0 0 0,1 0 0,-1 0 0,1-1 0,-1 1 0,0 0 0,1 0 0,-2-1 0,-14-14 0,-6-28 0,13 20 0,2-1 0,0 0 0,-7-49 0,13 56 0,-1 1 0,2-1 0,0 1 0,1-1 0,1 1 0,0-1 0,5-16 0,-6 31 0,0-1 0,-1 1 0,1-1 0,0 1 0,0-1 0,0 1 0,1 0 0,-1 0 0,1-1 0,-1 1 0,1 0 0,-1 0 0,1 1 0,0-1 0,0 0 0,0 1 0,0-1 0,1 1 0,-1-1 0,0 1 0,0 0 0,1 0 0,-1 0 0,5-1 0,-5 2 0,1 0 0,-1 0 0,0 1 0,0-1 0,0 1 0,0-1 0,0 1 0,0 0 0,0 0 0,0-1 0,0 2 0,0-1 0,0 0 0,0 0 0,-1 0 0,1 1 0,0-1 0,-1 1 0,1 0 0,-1-1 0,0 1 0,1 0 0,-1 0 0,0-1 0,0 1 0,0 0 0,-1 0 0,1 0 0,1 4 0,5 32 0,-7-33 0,1 0 0,0 0 0,0 0 0,0 0 0,0 0 0,1 0 0,-1 0 0,1-1 0,5 9 0,-7-13 0,1 1 0,-1-1 0,0 1 0,1-1 0,-1 0 0,1 1 0,-1-1 0,1 0 0,-1 1 0,1-1 0,-1 0 0,1 0 0,-1 1 0,1-1 0,-1 0 0,1 0 0,-1 0 0,1 0 0,0 0 0,-1 0 0,1 0 0,-1 0 0,1 0 0,-1 0 0,1 0 0,0 0 0,-1 0 0,1 0 0,-1-1 0,1 1 0,-1 0 0,1 0 0,-1-1 0,1 1 0,-1 0 0,1 0 0,-1-1 0,1 0 0,20-21 0,-6 7 0,-12 13 9,1-1-1,-1 2 1,1-1-1,0 0 1,-1 1 0,1-1-1,0 1 1,0 0-1,0 1 1,0-1-1,0 1 1,0 0-1,5 0 1,-8 0-49,1 0 0,0 0 0,-1 0-1,1 1 1,-1-1 0,0 1 0,1-1 0,-1 1 0,1-1 0,-1 1-1,0 0 1,1 0 0,-1 0 0,0 0 0,0 0 0,0 0 0,1 0 0,-1 0-1,0 0 1,-1 0 0,1 0 0,0 1 0,0-1 0,0 0 0,-1 1-1,1-1 1,-1 1 0,1-1 0,-1 1 0,0-1 0,1 1 0,-1-1 0,0 1-1,0-1 1,0 1 0,0 2 0,-2 11-6786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38:42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364 408 24575,'26'27'0,"-8"-8"0,0-1 0,33 25 0,-44-38 0,1-1 0,-1 0 0,1 0 0,0 0 0,-1-1 0,2 0 0,-1-1 0,0 1 0,0-2 0,1 1 0,15 0 0,-19-2 0,-1-1 0,0 1 0,1-1 0,-1 0 0,0 0 0,0 0 0,0 0 0,0-1 0,0 0 0,0 0 0,0 0 0,0 0 0,-1-1 0,1 1 0,-1-1 0,0 0 0,0 0 0,0 0 0,0 0 0,0-1 0,2-4 0,5-8 0,-1-1 0,0 0 0,9-29 0,-8 20 0,3-7 0,-2-1 0,-1-1 0,-1 1 0,-3-1 0,5-68 0,-13 600 0,3-380 0,-2-248 0,3-155 0,-1 271 0,1 1 0,0-1 0,1 1 0,1 0 0,0 0 0,1 0 0,0 0 0,1 1 0,1 0 0,0 0 0,1 0 0,0 1 0,1 1 0,14-16 0,-15 19 0,0 1 0,1-1 0,0 1 0,0 1 0,0-1 0,1 1 0,0 1 0,0 0 0,0 1 0,1 0 0,-1 0 0,1 1 0,0 0 0,0 1 0,0 0 0,1 1 0,-1 1 0,0-1 0,15 3 0,-24-2 0,0 0 0,0 0 0,0 1 0,0-1 0,0 1 0,0-1 0,0 1 0,0 0 0,0 0 0,0 0 0,0 0 0,-1 0 0,1 0 0,0 0 0,-1 0 0,3 3 0,-3-3 0,-1 0 0,1 1 0,0-1 0,-1 0 0,1 1 0,-1-1 0,1 1 0,-1-1 0,0 1 0,1-1 0,-1 1 0,0-1 0,0 1 0,0-1 0,0 1 0,0-1 0,-1 3 0,-2 5 0,0 0 0,0 0 0,-1-1 0,0 1 0,-10 14 0,-185 261 0,31-50 0,133-180 0,3 1 0,-36 87 0,61-125 0,-18 48 0,23-60 0,1 0 0,-1 1 0,1-1 0,0 1 0,1 0 0,-1-1 0,1 1 0,1 10 0,-1-16 0,1 1 0,-1-1 0,0 0 0,0 1 0,0-1 0,0 0 0,0 1 0,1-1 0,-1 0 0,0 0 0,0 1 0,0-1 0,1 0 0,-1 1 0,0-1 0,0 0 0,1 0 0,-1 0 0,0 1 0,1-1 0,-1 0 0,0 0 0,1 0 0,-1 0 0,0 0 0,1 0 0,-1 1 0,0-1 0,1 0 0,-1 0 0,0 0 0,1 0 0,-1 0 0,0 0 0,1 0 0,-1-1 0,0 1 0,1 0 0,-1 0 0,0 0 0,1 0 0,-1 0 0,0 0 0,1-1 0,-1 1 0,0 0 0,1 0 0,-1 0 0,0-1 0,0 1 0,1 0 0,-1 0 0,0-1 0,0 1 0,0 0 0,1-1 0,14-15 0,14-26 0,-1-2 0,-2 0 0,-3-2 0,27-70 0,-46 105 0,17-51 0,-21 59 0,1 0 0,0 1 0,-1-1 0,1 0 0,-1 1 0,0-1 0,0 0 0,0 0 0,0 1 0,-1-1 0,1 0 0,-1 1 0,1-1 0,-1 0 0,0 1 0,0-1 0,0 1 0,0-1 0,-3-2 0,3 4 0,-1 0 0,0-1 0,0 1 0,0 0 0,1 1 0,-1-1 0,0 0 0,0 0 0,0 1 0,-1-1 0,1 1 0,0 0 0,0 0 0,0 0 0,0 0 0,0 0 0,0 0 0,0 0 0,0 1 0,0-1 0,-3 2 0,-44 17 0,36-12 0,0 1 0,1 1 0,0 0 0,1 1 0,0 1 0,-12 13 0,-55 77 0,51-63 0,23-34 0,-136 193 0,110-149 0,1 1 0,-27 67 0,55-114 0,0 1 0,0-1 0,0 1 0,0 0 0,0 0 0,0-1 0,1 1 0,0 0 0,-1 3 0,1-5 0,1-1 0,-1 0 0,0 0 0,0 1 0,0-1 0,1 0 0,-1 0 0,0 0 0,1 0 0,-1 0 0,0 1 0,0-1 0,1 0 0,-1 0 0,0 0 0,1 0 0,-1 0 0,0 0 0,0 0 0,1 0 0,-1 0 0,0 0 0,1 0 0,-1 0 0,0 0 0,1 0 0,-1 0 0,0 0 0,0-1 0,1 1 0,-1 0 0,0 0 0,0 0 0,1 0 0,-1-1 0,0 1 0,0 0 0,1 0 0,-1 0 0,0-1 0,0 1 0,0 0 0,1 0 0,-1-1 0,11-9 0,0 0 0,13-17 0,145-167 0,224-197 0,-86 155 0,-162 132 0,-100 72 0,-7 4 0,60-55 0,67-68 0,-275 225 0,-276 219 0,153-129 0,-54 41 0,141-93 0,-208 150 0,314-238 0,29-18 0,-1 0 0,1 2 0,0-1 0,-14 14 0,26-21 0,-1 0 0,0 0 0,1 0 0,-1 0 0,0 0 0,1 0 0,-1 0 0,0 0 0,1 0 0,-1 0 0,0 0 0,1 0 0,-1 0 0,0 0 0,0 0 0,1 0 0,-1 1 0,0-1 0,0 0 0,1 0 0,-1 0 0,0 1 0,0-1 0,1 0 0,-1 0 0,0 0 0,0 1 0,0-1 0,1 0 0,-1 1 0,0-1 0,0 0 0,0 0 0,0 1 0,0-1 0,0 0 0,0 1 0,0-1 0,0 0 0,0 1 0,0-1 0,0 0 0,0 1 0,0-1 0,0 0 0,0 0 0,0 1 0,0-1 0,0 0 0,0 1 0,0-1 0,0 0 0,-1 1 0,1-1 0,0 0 0,0 0 0,0 1 0,-1-1 0,1 0 0,0 0 0,0 0 0,0 1 0,-1-1 0,27-5 0,10-17-1365,-19 11-5461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8217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8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598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9301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1005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78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s-MX"/>
              <a:t>Haga clic para modificar los estilos de texto del patrón</a:t>
            </a:r>
          </a:p>
          <a:p>
            <a:pPr marL="228600" lvl="1" indent="-228600"/>
            <a:r>
              <a:rPr lang="es-MX"/>
              <a:t>Segundo nivel</a:t>
            </a:r>
          </a:p>
          <a:p>
            <a:pPr marL="228600" lvl="2" indent="-228600"/>
            <a:r>
              <a:rPr lang="es-MX"/>
              <a:t>Tercer nivel</a:t>
            </a:r>
          </a:p>
          <a:p>
            <a:pPr marL="228600" lvl="3" indent="-228600"/>
            <a:r>
              <a:rPr lang="es-MX"/>
              <a:t>Cuarto nivel</a:t>
            </a:r>
          </a:p>
          <a:p>
            <a:pPr marL="228600" lvl="4" indent="-228600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33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65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18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5365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58602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s-MX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678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06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52536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555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84433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9798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677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349898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20303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4293366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187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5913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43697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65109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522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5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D49B1E30-E521-46D6-98E0-C3587F362520}" type="datetimeFigureOut">
              <a:rPr lang="es-MX" smtClean="0"/>
              <a:t>22/10/2026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18DFEDC-D0E7-4526-AC15-76FC27BF50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0579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1980336-F000-DE5D-799B-52C65E680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80" y="4311805"/>
            <a:ext cx="8585337" cy="2368300"/>
          </a:xfrm>
        </p:spPr>
        <p:txBody>
          <a:bodyPr>
            <a:normAutofit fontScale="90000"/>
          </a:bodyPr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tanto </a:t>
            </a:r>
            <a:r>
              <a:rPr lang="en-US" dirty="0" err="1"/>
              <a:t>importan</a:t>
            </a:r>
            <a:r>
              <a:rPr lang="en-US" dirty="0"/>
              <a:t> las </a:t>
            </a:r>
            <a:r>
              <a:rPr lang="en-US" dirty="0" err="1"/>
              <a:t>decisiones</a:t>
            </a:r>
            <a:r>
              <a:rPr lang="en-US" dirty="0"/>
              <a:t> de </a:t>
            </a:r>
            <a:r>
              <a:rPr lang="en-US" dirty="0" err="1"/>
              <a:t>reparación</a:t>
            </a:r>
            <a:r>
              <a:rPr lang="en-US" dirty="0"/>
              <a:t>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E22D4B-7592-6891-DBB2-F140BA37C5C9}"/>
              </a:ext>
            </a:extLst>
          </p:cNvPr>
          <p:cNvSpPr txBox="1"/>
          <p:nvPr/>
        </p:nvSpPr>
        <p:spPr>
          <a:xfrm>
            <a:off x="409980" y="3652859"/>
            <a:ext cx="700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Rodrigo Antonio Aldrette Salas</a:t>
            </a:r>
          </a:p>
        </p:txBody>
      </p:sp>
    </p:spTree>
    <p:extLst>
      <p:ext uri="{BB962C8B-B14F-4D97-AF65-F5344CB8AC3E}">
        <p14:creationId xmlns:p14="http://schemas.microsoft.com/office/powerpoint/2010/main" val="132829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2FFFB-9089-0B96-2C16-5A156EC37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 qué importa?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D15A13-46E6-6ACA-8C62-B9B509167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/>
              <a:t>Los dueños de coches no solo toman decisiones de comprar, vender y chatarrizar, también de reparar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/>
              <a:t>En la literatura esta dinámica no se considera comúnmente en los mercados de bienes durables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/>
              <a:t>La reparación, a parte de su importancia teórica, tiene muchas consideraciones de estimación pues no es observable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90B399-F973-62CE-F7CA-FF686C74C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884" y="1108975"/>
            <a:ext cx="5465681" cy="464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05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F6959-C269-3E73-F07F-561608F2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331" y="1135427"/>
            <a:ext cx="8585337" cy="4587145"/>
          </a:xfrm>
        </p:spPr>
        <p:txBody>
          <a:bodyPr>
            <a:noAutofit/>
          </a:bodyPr>
          <a:lstStyle/>
          <a:p>
            <a:r>
              <a:rPr lang="es-MX" sz="4800" dirty="0"/>
              <a:t>Pregunta de investigación (informal): </a:t>
            </a:r>
            <a:br>
              <a:rPr lang="es-MX" sz="4400" dirty="0"/>
            </a:br>
            <a:br>
              <a:rPr lang="es-MX" sz="4400" dirty="0"/>
            </a:br>
            <a:r>
              <a:rPr lang="es-MX" sz="4400" dirty="0"/>
              <a:t>¿Cuál es el efecto de la reparación en los precios y la vida útil de los coches? Y </a:t>
            </a:r>
            <a:br>
              <a:rPr lang="es-MX" sz="4400" dirty="0"/>
            </a:br>
            <a:r>
              <a:rPr lang="es-MX" sz="4400" dirty="0"/>
              <a:t>¿Podemos estimarlas aunque no sean observables?</a:t>
            </a:r>
          </a:p>
        </p:txBody>
      </p:sp>
    </p:spTree>
    <p:extLst>
      <p:ext uri="{BB962C8B-B14F-4D97-AF65-F5344CB8AC3E}">
        <p14:creationId xmlns:p14="http://schemas.microsoft.com/office/powerpoint/2010/main" val="104735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02D8-2BC2-F26E-31DE-342A2B9DC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>
            <a:normAutofit/>
          </a:bodyPr>
          <a:lstStyle/>
          <a:p>
            <a:r>
              <a:rPr lang="es-MX" sz="6200"/>
              <a:t>¿Cómo respondí a esa pregunta?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51CE42-0EE5-F50D-2D54-2D6A796828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/>
              <a:t>Construí un modelo de elección discreta dinámico donde los consumidores pueden reparar su coche.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/>
              <a:t>La contribución es que este modelo es estimable con datos comúnmente disponibles para automotrices y gobiernos.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/>
              <a:t>Estima la probabilidad de reparar para cada modelo y edad de coche.</a:t>
            </a:r>
          </a:p>
        </p:txBody>
      </p:sp>
    </p:spTree>
    <p:extLst>
      <p:ext uri="{BB962C8B-B14F-4D97-AF65-F5344CB8AC3E}">
        <p14:creationId xmlns:p14="http://schemas.microsoft.com/office/powerpoint/2010/main" val="296119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8916BC1-9709-B256-4D24-43C8EDAF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6" y="442375"/>
            <a:ext cx="3507989" cy="3233928"/>
          </a:xfrm>
        </p:spPr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variación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identificar</a:t>
            </a:r>
            <a:r>
              <a:rPr lang="en-US" dirty="0"/>
              <a:t> las </a:t>
            </a:r>
            <a:r>
              <a:rPr lang="en-US" dirty="0" err="1"/>
              <a:t>decisiones</a:t>
            </a:r>
            <a:r>
              <a:rPr lang="en-US" dirty="0"/>
              <a:t> de </a:t>
            </a:r>
            <a:r>
              <a:rPr lang="en-US" dirty="0" err="1"/>
              <a:t>reparación</a:t>
            </a:r>
            <a:r>
              <a:rPr lang="en-US" dirty="0"/>
              <a:t>?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49CCEA0-427D-EB9B-8A64-2C5B52D327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33307" y="457095"/>
            <a:ext cx="4495800" cy="1272124"/>
          </a:xfrm>
        </p:spPr>
        <p:txBody>
          <a:bodyPr>
            <a:normAutofit/>
          </a:bodyPr>
          <a:lstStyle/>
          <a:p>
            <a:r>
              <a:rPr lang="en-US" sz="1600" b="1" dirty="0"/>
              <a:t>Los </a:t>
            </a:r>
            <a:r>
              <a:rPr lang="en-US" sz="1600" b="1" dirty="0" err="1"/>
              <a:t>costos</a:t>
            </a:r>
            <a:r>
              <a:rPr lang="en-US" sz="1600" b="1" dirty="0"/>
              <a:t> de </a:t>
            </a:r>
            <a:r>
              <a:rPr lang="en-US" sz="1600" b="1" dirty="0" err="1"/>
              <a:t>reparación</a:t>
            </a:r>
            <a:endParaRPr lang="en-US" sz="16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6BBBE3-6788-6960-A77D-413CB45A1107}"/>
              </a:ext>
            </a:extLst>
          </p:cNvPr>
          <p:cNvSpPr txBox="1">
            <a:spLocks/>
          </p:cNvSpPr>
          <p:nvPr/>
        </p:nvSpPr>
        <p:spPr>
          <a:xfrm>
            <a:off x="381001" y="2946585"/>
            <a:ext cx="4495800" cy="1272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b="1" dirty="0"/>
              <a:t>La vida de las flotas de coches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6F1AA1A-C1C1-CD62-84EE-D3C4118AB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80" y="3429000"/>
            <a:ext cx="3738880" cy="280416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C102DEE-95A7-98E2-F1B2-833C519FE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307" y="932134"/>
            <a:ext cx="4609054" cy="311413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E81546C-3592-AB0A-034F-49B61D082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0" y="3076519"/>
            <a:ext cx="2893090" cy="3403187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24834E2-BA5C-4B4E-E97E-86E936B43E7E}"/>
              </a:ext>
            </a:extLst>
          </p:cNvPr>
          <p:cNvSpPr txBox="1">
            <a:spLocks/>
          </p:cNvSpPr>
          <p:nvPr/>
        </p:nvSpPr>
        <p:spPr>
          <a:xfrm>
            <a:off x="6349649" y="4626924"/>
            <a:ext cx="2779458" cy="1272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b="1" dirty="0"/>
              <a:t>Oferta y demanda de coches</a:t>
            </a:r>
          </a:p>
        </p:txBody>
      </p:sp>
    </p:spTree>
    <p:extLst>
      <p:ext uri="{BB962C8B-B14F-4D97-AF65-F5344CB8AC3E}">
        <p14:creationId xmlns:p14="http://schemas.microsoft.com/office/powerpoint/2010/main" val="1478921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D4F66-89BE-27FA-2BC2-488EC2D7F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939" y="555752"/>
            <a:ext cx="3507989" cy="3233928"/>
          </a:xfrm>
        </p:spPr>
        <p:txBody>
          <a:bodyPr/>
          <a:lstStyle/>
          <a:p>
            <a:r>
              <a:rPr lang="es-MX" dirty="0"/>
              <a:t>¿Cómo se hizo?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073B51-C74F-803B-DD7E-B4999D42C2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0436" y="1585496"/>
            <a:ext cx="777239" cy="734568"/>
          </a:xfrm>
        </p:spPr>
        <p:txBody>
          <a:bodyPr>
            <a:normAutofit/>
          </a:bodyPr>
          <a:lstStyle/>
          <a:p>
            <a:r>
              <a:rPr lang="es-MX" sz="2800" dirty="0"/>
              <a:t>1.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E3AFF5-2E43-B846-AB9C-8FFD9A5E7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36" y="2372217"/>
            <a:ext cx="3543607" cy="32921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F219D1F-177F-6A2C-9687-AE1EFBDDB9F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28263" b="34090"/>
          <a:stretch>
            <a:fillRect/>
          </a:stretch>
        </p:blipFill>
        <p:spPr>
          <a:xfrm>
            <a:off x="4936339" y="4922661"/>
            <a:ext cx="3113557" cy="1010779"/>
          </a:xfrm>
          <a:prstGeom prst="rect">
            <a:avLst/>
          </a:prstGeom>
        </p:spPr>
      </p:pic>
      <p:pic>
        <p:nvPicPr>
          <p:cNvPr id="9" name="Imagen 8" descr="La verosimilitud">
            <a:extLst>
              <a:ext uri="{FF2B5EF4-FFF2-40B4-BE49-F238E27FC236}">
                <a16:creationId xmlns:a16="http://schemas.microsoft.com/office/drawing/2014/main" id="{1960FBFD-6B1C-08EF-D4C2-B65F4B58D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339" y="2320064"/>
            <a:ext cx="3105371" cy="2602597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BFEEAA5-8D20-4759-47A3-4DCBEE88852B}"/>
              </a:ext>
            </a:extLst>
          </p:cNvPr>
          <p:cNvSpPr txBox="1">
            <a:spLocks/>
          </p:cNvSpPr>
          <p:nvPr/>
        </p:nvSpPr>
        <p:spPr>
          <a:xfrm>
            <a:off x="4928153" y="1585496"/>
            <a:ext cx="777239" cy="734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800" dirty="0"/>
              <a:t>2.</a:t>
            </a:r>
          </a:p>
        </p:txBody>
      </p:sp>
      <p:pic>
        <p:nvPicPr>
          <p:cNvPr id="11" name="Imagen 10" descr="El sesgo de confirmación es cuando solo buscamos o creemos en la  información que apoya lo que ya pensamos, y evitamos lo que lo contradice.  Por ejemplo, si creemos que cierto alimento es malo, ...">
            <a:extLst>
              <a:ext uri="{FF2B5EF4-FFF2-40B4-BE49-F238E27FC236}">
                <a16:creationId xmlns:a16="http://schemas.microsoft.com/office/drawing/2014/main" id="{FDF3F2E4-94AB-21BE-EA00-387CD6250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2037" y="1524000"/>
            <a:ext cx="2449367" cy="436499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FF3F9A0-CCD2-772A-75CF-3693AC698680}"/>
              </a:ext>
            </a:extLst>
          </p:cNvPr>
          <p:cNvSpPr/>
          <p:nvPr/>
        </p:nvSpPr>
        <p:spPr>
          <a:xfrm>
            <a:off x="8900160" y="2320064"/>
            <a:ext cx="2258195" cy="5552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B225B9F4-A666-6F78-D11F-63C5AD2AF5AD}"/>
                  </a:ext>
                </a:extLst>
              </p14:cNvPr>
              <p14:cNvContentPartPr/>
              <p14:nvPr/>
            </p14:nvContentPartPr>
            <p14:xfrm>
              <a:off x="10383920" y="1542880"/>
              <a:ext cx="473400" cy="73584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B225B9F4-A666-6F78-D11F-63C5AD2AF5A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75280" y="1533880"/>
                <a:ext cx="4910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265CC724-4EB1-798A-D12E-1EDC6D1CDB81}"/>
                  </a:ext>
                </a:extLst>
              </p14:cNvPr>
              <p14:cNvContentPartPr/>
              <p14:nvPr/>
            </p14:nvContentPartPr>
            <p14:xfrm>
              <a:off x="10740320" y="1854640"/>
              <a:ext cx="585720" cy="45756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265CC724-4EB1-798A-D12E-1EDC6D1CDB8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31320" y="1845640"/>
                <a:ext cx="603360" cy="4752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EBB8CC82-035E-81D1-85C4-6262613091E6}"/>
              </a:ext>
            </a:extLst>
          </p:cNvPr>
          <p:cNvSpPr txBox="1">
            <a:spLocks/>
          </p:cNvSpPr>
          <p:nvPr/>
        </p:nvSpPr>
        <p:spPr>
          <a:xfrm>
            <a:off x="8822037" y="757244"/>
            <a:ext cx="777239" cy="734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800" dirty="0"/>
              <a:t>3.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5C371E69-5140-C85B-373C-6D39908B57CA}"/>
              </a:ext>
            </a:extLst>
          </p:cNvPr>
          <p:cNvSpPr txBox="1">
            <a:spLocks/>
          </p:cNvSpPr>
          <p:nvPr/>
        </p:nvSpPr>
        <p:spPr>
          <a:xfrm>
            <a:off x="9150872" y="2330056"/>
            <a:ext cx="1762168" cy="5552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800" dirty="0"/>
              <a:t>ANÁLISIS</a:t>
            </a:r>
          </a:p>
        </p:txBody>
      </p:sp>
    </p:spTree>
    <p:extLst>
      <p:ext uri="{BB962C8B-B14F-4D97-AF65-F5344CB8AC3E}">
        <p14:creationId xmlns:p14="http://schemas.microsoft.com/office/powerpoint/2010/main" val="2375713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F5933-0492-6A92-59AD-9AA6091C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>
            <a:normAutofit/>
          </a:bodyPr>
          <a:lstStyle/>
          <a:p>
            <a:r>
              <a:rPr lang="es-MX" sz="6700"/>
              <a:t>Implicaciones de los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72C36F-7F13-802F-BC82-C5A2989422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54932" y="1142672"/>
            <a:ext cx="5062105" cy="31242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MX" sz="1900" dirty="0"/>
              <a:t>Mejorar estimaciones del mercado secundario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MX" sz="1900" dirty="0"/>
              <a:t>Permite analizar el impacto de impuestos a la reparación en la vida de los coches y emisiones totales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MX" sz="1900" dirty="0"/>
              <a:t>Explicamos el origen del sesgo de </a:t>
            </a:r>
            <a:r>
              <a:rPr lang="es-MX" sz="1900" dirty="0" err="1"/>
              <a:t>misspecifications</a:t>
            </a:r>
            <a:r>
              <a:rPr lang="es-MX" sz="1900" dirty="0"/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1612277536"/>
      </p:ext>
    </p:extLst>
  </p:cSld>
  <p:clrMapOvr>
    <a:masterClrMapping/>
  </p:clrMapOvr>
</p:sld>
</file>

<file path=ppt/theme/theme1.xml><?xml version="1.0" encoding="utf-8"?>
<a:theme xmlns:a="http://schemas.openxmlformats.org/drawingml/2006/main" name="Quemado de película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119</TotalTime>
  <Words>232</Words>
  <Application>Microsoft Office PowerPoint</Application>
  <PresentationFormat>Panorámica</PresentationFormat>
  <Paragraphs>24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Quemado de película</vt:lpstr>
      <vt:lpstr>¿Qué tanto importan las decisiones de reparación?</vt:lpstr>
      <vt:lpstr>¿Por qué importa?</vt:lpstr>
      <vt:lpstr>Pregunta de investigación (informal):   ¿Cuál es el efecto de la reparación en los precios y la vida útil de los coches? Y  ¿Podemos estimarlas aunque no sean observables?</vt:lpstr>
      <vt:lpstr>¿Cómo respondí a esa pregunta?</vt:lpstr>
      <vt:lpstr>¿Qué variación permite identificar las decisiones de reparación?</vt:lpstr>
      <vt:lpstr>¿Cómo se hizo?</vt:lpstr>
      <vt:lpstr>Implicaciones de los resultados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Aldrette Salas</dc:creator>
  <cp:lastModifiedBy>Rodrigo Aldrette Salas</cp:lastModifiedBy>
  <cp:revision>1</cp:revision>
  <dcterms:created xsi:type="dcterms:W3CDTF">2026-10-22T22:19:48Z</dcterms:created>
  <dcterms:modified xsi:type="dcterms:W3CDTF">2026-10-23T00:19:42Z</dcterms:modified>
</cp:coreProperties>
</file>